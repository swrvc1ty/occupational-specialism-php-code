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ADFC6-895E-0CCB-0713-4048BF5D1DEA}" v="27" dt="2026-02-26T08:41:35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35AADFC6-895E-0CCB-0713-4048BF5D1DEA}"/>
    <pc:docChg chg="modSld">
      <pc:chgData name="Adam Watkin" userId="S::adam.watkin@utcleeds.co.uk::367a0140-5d2d-41f2-baad-61c34010bc9d" providerId="AD" clId="Web-{35AADFC6-895E-0CCB-0713-4048BF5D1DEA}" dt="2026-02-26T08:41:35.781" v="27" actId="20577"/>
      <pc:docMkLst>
        <pc:docMk/>
      </pc:docMkLst>
      <pc:sldChg chg="modSp">
        <pc:chgData name="Adam Watkin" userId="S::adam.watkin@utcleeds.co.uk::367a0140-5d2d-41f2-baad-61c34010bc9d" providerId="AD" clId="Web-{35AADFC6-895E-0CCB-0713-4048BF5D1DEA}" dt="2026-02-26T08:41:20.734" v="18" actId="20577"/>
        <pc:sldMkLst>
          <pc:docMk/>
          <pc:sldMk cId="2676743868" sldId="257"/>
        </pc:sldMkLst>
        <pc:spChg chg="mod">
          <ac:chgData name="Adam Watkin" userId="S::adam.watkin@utcleeds.co.uk::367a0140-5d2d-41f2-baad-61c34010bc9d" providerId="AD" clId="Web-{35AADFC6-895E-0CCB-0713-4048BF5D1DEA}" dt="2026-02-26T08:41:20.734" v="18" actId="20577"/>
          <ac:spMkLst>
            <pc:docMk/>
            <pc:sldMk cId="2676743868" sldId="257"/>
            <ac:spMk id="3" creationId="{E7587542-241F-4A24-94DE-84A61F76196C}"/>
          </ac:spMkLst>
        </pc:spChg>
      </pc:sldChg>
      <pc:sldChg chg="modSp">
        <pc:chgData name="Adam Watkin" userId="S::adam.watkin@utcleeds.co.uk::367a0140-5d2d-41f2-baad-61c34010bc9d" providerId="AD" clId="Web-{35AADFC6-895E-0CCB-0713-4048BF5D1DEA}" dt="2026-02-26T08:41:35.781" v="27" actId="20577"/>
        <pc:sldMkLst>
          <pc:docMk/>
          <pc:sldMk cId="4256141312" sldId="258"/>
        </pc:sldMkLst>
        <pc:spChg chg="mod">
          <ac:chgData name="Adam Watkin" userId="S::adam.watkin@utcleeds.co.uk::367a0140-5d2d-41f2-baad-61c34010bc9d" providerId="AD" clId="Web-{35AADFC6-895E-0CCB-0713-4048BF5D1DEA}" dt="2026-02-26T08:41:35.781" v="27" actId="20577"/>
          <ac:spMkLst>
            <pc:docMk/>
            <pc:sldMk cId="4256141312" sldId="258"/>
            <ac:spMk id="3" creationId="{5A8C84D0-FCED-6FD2-702F-605B543859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91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7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7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687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48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11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53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24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3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8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8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48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Task 3b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BE59-9644-508B-9508-990EA3C7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chance to have your say 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87542-241F-4A24-94DE-84A61F761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big focus in this task is your thoughts and opinions of the project </a:t>
            </a:r>
            <a:r>
              <a:rPr lang="en-US"/>
              <a:t>against the criteria (UAC, FR, NFR and KPI).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REMEMBER: </a:t>
            </a:r>
            <a:r>
              <a:rPr lang="en-US" b="1" u="sng" dirty="0">
                <a:solidFill>
                  <a:srgbClr val="FF0000"/>
                </a:solidFill>
              </a:rPr>
              <a:t>NO INTERNET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1B325-7450-7E0D-66AC-C545566A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7B5DF-49CC-4DD6-8B44-E826437D7E7F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BB8B2-E74D-150B-DA16-83D7FF75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20385-21CC-873D-7647-ED7DD756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743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F1B6-0E66-6B2A-9DED-97A31511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1:</a:t>
            </a:r>
            <a:r>
              <a:rPr lang="en-US" b="0" dirty="0">
                <a:ea typeface="+mj-lt"/>
                <a:cs typeface="+mj-lt"/>
              </a:rPr>
              <a:t>the effectiveness of the assets and content used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C84D0-FCED-6FD2-702F-605B54385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– why the chosen assets and content were selected, and why other content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 was rejected</a:t>
            </a:r>
            <a:br>
              <a:rPr lang="en-US" dirty="0">
                <a:ea typeface="+mn-lt"/>
                <a:cs typeface="+mn-lt"/>
              </a:rPr>
            </a:b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– the validity and reliability of the sources of information used (How did you know they were </a:t>
            </a:r>
            <a:r>
              <a:rPr lang="en-US">
                <a:ea typeface="+mn-lt"/>
                <a:cs typeface="+mn-lt"/>
              </a:rPr>
              <a:t>valid)</a:t>
            </a:r>
            <a:br>
              <a:rPr lang="en-US" dirty="0">
                <a:ea typeface="+mn-lt"/>
                <a:cs typeface="+mn-lt"/>
              </a:rPr>
            </a:b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– any legal and ethical implications of the assets and content selected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/>
              <a:t>Refer back to your internet logs for reference to this, not just about images / text... code, snippets etc.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684FD-0100-03A2-26DD-63968F57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CD4B-A2D3-4769-A155-5A5367886E2E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0529A-1E96-34A6-EBAA-8BBF6671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DB176-676C-838A-958E-87E240EA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41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FC9F5-A473-B7CD-0670-1A70331F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2: How well it met its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54ED-45C9-9C0A-72C3-E02D3318B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How well did your project meet:</a:t>
            </a:r>
          </a:p>
          <a:p>
            <a:pPr lvl="1"/>
            <a:r>
              <a:rPr lang="en-US" b="0" dirty="0">
                <a:ea typeface="+mn-lt"/>
                <a:cs typeface="+mn-lt"/>
              </a:rPr>
              <a:t>– functional and non-functional requirements of the solution</a:t>
            </a:r>
          </a:p>
          <a:p>
            <a:pPr lvl="1"/>
            <a:r>
              <a:rPr lang="en-US" b="0" dirty="0">
                <a:ea typeface="+mn-lt"/>
                <a:cs typeface="+mn-lt"/>
              </a:rPr>
              <a:t>– key performance indicators (KPIs)</a:t>
            </a:r>
          </a:p>
          <a:p>
            <a:pPr lvl="1"/>
            <a:r>
              <a:rPr lang="en-US" b="0" dirty="0">
                <a:ea typeface="+mn-lt"/>
                <a:cs typeface="+mn-lt"/>
              </a:rPr>
              <a:t>– user acceptance criteria for the proposed solution</a:t>
            </a:r>
            <a:br>
              <a:rPr lang="en-US" b="0" dirty="0">
                <a:ea typeface="+mn-lt"/>
                <a:cs typeface="+mn-lt"/>
              </a:rPr>
            </a:br>
            <a:endParaRPr lang="en-US" b="0" dirty="0">
              <a:ea typeface="+mn-lt"/>
              <a:cs typeface="+mn-lt"/>
            </a:endParaRPr>
          </a:p>
          <a:p>
            <a:pPr lvl="1"/>
            <a:endParaRPr lang="en-US" b="0" dirty="0">
              <a:ea typeface="+mn-lt"/>
              <a:cs typeface="+mn-lt"/>
            </a:endParaRPr>
          </a:p>
          <a:p>
            <a:pPr lvl="1"/>
            <a:r>
              <a:rPr lang="en-US" b="0">
                <a:ea typeface="+mn-lt"/>
                <a:cs typeface="+mn-lt"/>
              </a:rPr>
              <a:t>Justify </a:t>
            </a:r>
            <a:r>
              <a:rPr lang="en-US" b="0" dirty="0">
                <a:ea typeface="+mn-lt"/>
                <a:cs typeface="+mn-lt"/>
              </a:rPr>
              <a:t>you opinion, back it up with screen shots and reference user feedback from task 3a</a:t>
            </a:r>
          </a:p>
          <a:p>
            <a:pPr lvl="1"/>
            <a:br>
              <a:rPr lang="en-US" b="0" dirty="0">
                <a:ea typeface="+mn-lt"/>
                <a:cs typeface="+mn-lt"/>
              </a:rPr>
            </a:br>
            <a:br>
              <a:rPr lang="en-US" b="0" dirty="0">
                <a:ea typeface="+mn-lt"/>
                <a:cs typeface="+mn-lt"/>
              </a:rPr>
            </a:br>
            <a:endParaRPr lang="en-US" b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870FC-92BE-8027-C8AD-2836234A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0F4B-5377-4D26-9058-49745523FE04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88ADB-7A8E-0187-E5FC-06FF9B71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32439-6541-7FD6-E880-5F8DD691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511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DA06-C75F-DBE1-DABC-8C29B127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3: How the project went for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3D5B-B97B-318C-FDC6-7B7C5BD81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Judge yourself, how well did you do, what do you regret?</a:t>
            </a:r>
          </a:p>
          <a:p>
            <a:r>
              <a:rPr lang="en-US" dirty="0"/>
              <a:t>What went particularly well. WHY?</a:t>
            </a:r>
          </a:p>
          <a:p>
            <a:r>
              <a:rPr lang="en-US" dirty="0"/>
              <a:t>What went badly.... Why?</a:t>
            </a:r>
          </a:p>
          <a:p>
            <a:endParaRPr lang="en-US" dirty="0"/>
          </a:p>
          <a:p>
            <a:r>
              <a:rPr lang="en-US" dirty="0"/>
              <a:t>If you visited this project again, from the beginning, what would you do differently?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EFC2E-343E-20B0-A6B5-1D866913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FF40-6818-4D12-8554-2F1A71DD5C98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769C-4313-F3E0-2F60-568BDAD0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6F75C-F6B0-F3F6-BA79-94020B45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8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3A2D-A865-5695-6429-DF96AAD3D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4: </a:t>
            </a:r>
            <a:r>
              <a:rPr lang="en-US" dirty="0">
                <a:ea typeface="+mj-lt"/>
                <a:cs typeface="+mj-lt"/>
              </a:rPr>
              <a:t>h</a:t>
            </a:r>
            <a:r>
              <a:rPr lang="en-US" b="0" dirty="0">
                <a:ea typeface="+mj-lt"/>
                <a:cs typeface="+mj-lt"/>
              </a:rPr>
              <a:t>ow the prototype could be developed further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D5D5B-1C25-F26A-9CB7-11E8A5C66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Explore how you could develop to the product</a:t>
            </a:r>
          </a:p>
          <a:p>
            <a:r>
              <a:rPr lang="en-US" dirty="0"/>
              <a:t>This could be some of what was in the task 3a feedback</a:t>
            </a:r>
          </a:p>
          <a:p>
            <a:r>
              <a:rPr lang="en-US" dirty="0"/>
              <a:t>It could be new ideas, not generated by the user feedback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Bullet point each point you would improve and justify it with evidence as to WHY you would do it / what would make you do it and WHAT THE IMPACT WOULD BE on the final product.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F1E90-0C02-985F-F447-03871BB2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76DC4-823A-4BB8-8E19-398483243FB4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07657-A659-306A-F472-486E0C96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154B3-8B6A-FA29-EA9E-5A773062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4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83BA-CB1E-66B1-BDF1-8FF8FB75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6F855-EC82-6B01-CF68-ECF91C87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 the mark scheme</a:t>
            </a:r>
          </a:p>
          <a:p>
            <a:r>
              <a:rPr lang="en-US" dirty="0"/>
              <a:t>Needs to be well structured with titles and subtitles</a:t>
            </a:r>
          </a:p>
          <a:p>
            <a:r>
              <a:rPr lang="en-US" dirty="0"/>
              <a:t>Justify anything you say with data if you can or well thought out reasons. </a:t>
            </a:r>
          </a:p>
          <a:p>
            <a:endParaRPr lang="en-US" dirty="0"/>
          </a:p>
          <a:p>
            <a:r>
              <a:rPr lang="en-US" dirty="0"/>
              <a:t>Use the mark scheme.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49D51-5ACA-000F-15BD-94D3B9D8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7390-1253-4B12-8887-2DD04D59D344}" type="datetime1"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1291E-286E-7903-054D-0D33F340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8B71C-5E24-BF58-D53F-11D0CC59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3676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k3d49de15793479bb679f9814d141fa3 xmlns="a04d4b19-f621-4c3c-bc2e-e56ad8b8266c">
      <Terms xmlns="http://schemas.microsoft.com/office/infopath/2007/PartnerControls"/>
    </k3d49de15793479bb679f9814d141fa3>
    <lcf76f155ced4ddcb4097134ff3c332f xmlns="cd186e81-9251-4aad-9103-4c6d14f9fcfa">
      <Terms xmlns="http://schemas.microsoft.com/office/infopath/2007/PartnerControls"/>
    </lcf76f155ced4ddcb4097134ff3c332f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A0779FAD544C9159E1CE3C4D4EBA" ma:contentTypeVersion="28" ma:contentTypeDescription="Create a new document." ma:contentTypeScope="" ma:versionID="afb1a4ab58b23f610c163e52b566d866">
  <xsd:schema xmlns:xsd="http://www.w3.org/2001/XMLSchema" xmlns:xs="http://www.w3.org/2001/XMLSchema" xmlns:p="http://schemas.microsoft.com/office/2006/metadata/properties" xmlns:ns2="a04d4b19-f621-4c3c-bc2e-e56ad8b8266c" xmlns:ns3="cd186e81-9251-4aad-9103-4c6d14f9fcfa" targetNamespace="http://schemas.microsoft.com/office/2006/metadata/properties" ma:root="true" ma:fieldsID="7d555a36f8cdbc1f18e43beef87d996f" ns2:_="" ns3:_="">
    <xsd:import namespace="a04d4b19-f621-4c3c-bc2e-e56ad8b8266c"/>
    <xsd:import namespace="cd186e81-9251-4aad-9103-4c6d14f9fcfa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k3d49de15793479bb679f9814d141fa3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3d49de15793479bb679f9814d141fa3" ma:index="12" nillable="true" ma:taxonomy="true" ma:internalName="k3d49de15793479bb679f9814d141fa3" ma:taxonomyFieldName="Staff_x0020_Category" ma:displayName="Staff Category" ma:fieldId="{43d49de1-5793-479b-b679-f9814d141fa3}" ma:sspId="d1e1aebe-9980-4bd8-bca9-3cd8b19c1a26" ma:termSetId="b28c59de-b269-4eb6-b684-5451c1ded0f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90ffa40902743bb99d67678a74fff05" ma:index="14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6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8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9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20" nillable="true" ma:displayName="Key Stage" ma:internalName="Key_x0020_Stage">
      <xsd:simpleType>
        <xsd:restriction base="dms:Text"/>
      </xsd:simpleType>
    </xsd:element>
    <xsd:element name="Year" ma:index="21" nillable="true" ma:displayName="Year" ma:internalName="Year">
      <xsd:simpleType>
        <xsd:restriction base="dms:Text"/>
      </xsd:simpleType>
    </xsd:element>
    <xsd:element name="Lesson" ma:index="22" nillable="true" ma:displayName="Lesson" ma:internalName="Lesson">
      <xsd:simpleType>
        <xsd:restriction base="dms:Text"/>
      </xsd:simpleType>
    </xsd:element>
    <xsd:element name="CustomTags" ma:index="23" nillable="true" ma:displayName="Custom Tags" ma:internalName="Custom_x0020_Tags">
      <xsd:simpleType>
        <xsd:restriction base="dms:Text"/>
      </xsd:simpleType>
    </xsd:element>
    <xsd:element name="CurriculumSubject" ma:index="24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86e81-9251-4aad-9103-4c6d14f9f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d1e1aebe-9980-4bd8-bca9-3cd8b19c1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96729C-5321-4ED0-9E96-FB3FA045F727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customXml/itemProps2.xml><?xml version="1.0" encoding="utf-8"?>
<ds:datastoreItem xmlns:ds="http://schemas.openxmlformats.org/officeDocument/2006/customXml" ds:itemID="{7828C463-F033-4DE2-A45B-7466535AA8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D83FA8-E9EE-4442-A683-10666825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4d4b19-f621-4c3c-bc2e-e56ad8b8266c"/>
    <ds:schemaRef ds:uri="cd186e81-9251-4aad-9103-4c6d14f9fc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PortalVTI</vt:lpstr>
      <vt:lpstr>Task 3b Evaluation</vt:lpstr>
      <vt:lpstr>This is a chance to have your say </vt:lpstr>
      <vt:lpstr>Section 1:the effectiveness of the assets and content used </vt:lpstr>
      <vt:lpstr>Section 2: How well it met its goals</vt:lpstr>
      <vt:lpstr>Section 3: How the project went for you</vt:lpstr>
      <vt:lpstr>Section 4: how the prototype could be developed further</vt:lpstr>
      <vt:lpstr>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87</cp:revision>
  <dcterms:created xsi:type="dcterms:W3CDTF">2025-04-28T11:12:31Z</dcterms:created>
  <dcterms:modified xsi:type="dcterms:W3CDTF">2026-02-26T08:41:40Z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0x0101008387A0779FAD544C9159E1CE3C4D4EBA</vt:lpwstr>
  </property>
  <property fmtid="{D5CDD505-2E9C-101B-9397-08002B2CF9AE}" pid="3" name="Staff_x0020_Category">
    <vt:lpwstr/>
  </property>
  <property fmtid="{D5CDD505-2E9C-101B-9397-08002B2CF9AE}" pid="4" name="Staff Category">
    <vt:lpwstr/>
  </property>
  <property fmtid="{D5CDD505-2E9C-101B-9397-08002B2CF9AE}" pid="5" name="Exam_x0020_Board">
    <vt:lpwstr/>
  </property>
  <property fmtid="{D5CDD505-2E9C-101B-9397-08002B2CF9AE}" pid="6" name="Topic">
    <vt:lpwstr/>
  </property>
  <property fmtid="{D5CDD505-2E9C-101B-9397-08002B2CF9AE}" pid="7" name="MediaServiceImageTags">
    <vt:lpwstr/>
  </property>
  <property fmtid="{D5CDD505-2E9C-101B-9397-08002B2CF9AE}" pid="8" name="Term">
    <vt:lpwstr/>
  </property>
  <property fmtid="{D5CDD505-2E9C-101B-9397-08002B2CF9AE}" pid="9" name="Week">
    <vt:lpwstr/>
  </property>
  <property fmtid="{D5CDD505-2E9C-101B-9397-08002B2CF9AE}" pid="10" name="Exam Board">
    <vt:lpwstr/>
  </property>
</Properties>
</file>